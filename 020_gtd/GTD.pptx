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8880" cy="529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2" descr=""/>
          <p:cNvPicPr/>
          <p:nvPr/>
        </p:nvPicPr>
        <p:blipFill>
          <a:blip r:embed="rId1"/>
          <a:stretch/>
        </p:blipFill>
        <p:spPr>
          <a:xfrm>
            <a:off x="616680" y="1416240"/>
            <a:ext cx="8261280" cy="5163120"/>
          </a:xfrm>
          <a:prstGeom prst="rect">
            <a:avLst/>
          </a:prstGeom>
          <a:ln w="0">
            <a:noFill/>
          </a:ln>
        </p:spPr>
      </p:pic>
      <p:sp>
        <p:nvSpPr>
          <p:cNvPr id="38" name="TextShape 1"/>
          <p:cNvSpPr/>
          <p:nvPr/>
        </p:nvSpPr>
        <p:spPr>
          <a:xfrm>
            <a:off x="2834640" y="282960"/>
            <a:ext cx="6160320" cy="5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GTD (weekly) &amp; Pomodoro (daily)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CustomShape 2"/>
          <p:cNvSpPr/>
          <p:nvPr/>
        </p:nvSpPr>
        <p:spPr>
          <a:xfrm>
            <a:off x="4035600" y="2170440"/>
            <a:ext cx="950040" cy="104904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marL="177840" indent="-177480">
              <a:lnSpc>
                <a:spcPct val="100000"/>
              </a:lnSpc>
              <a:buClr>
                <a:srgbClr val="ffffff"/>
              </a:buClr>
              <a:buFont typeface="StarSymbol"/>
              <a:buAutoNum type="arabicPeriod"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DejaVu Sans"/>
              </a:rPr>
              <a:t>Capture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77840" indent="-177480">
              <a:lnSpc>
                <a:spcPct val="100000"/>
              </a:lnSpc>
              <a:buClr>
                <a:srgbClr val="ffffff"/>
              </a:buClr>
              <a:buFont typeface="StarSymbol"/>
              <a:buAutoNum type="arabicPeriod"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DejaVu Sans"/>
              </a:rPr>
              <a:t>Clarify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77840" indent="-177480">
              <a:lnSpc>
                <a:spcPct val="100000"/>
              </a:lnSpc>
              <a:buClr>
                <a:srgbClr val="ffffff"/>
              </a:buClr>
              <a:buFont typeface="StarSymbol"/>
              <a:buAutoNum type="arabicPeriod"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DejaVu Sans"/>
              </a:rPr>
              <a:t>Organize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77840" indent="-177480">
              <a:lnSpc>
                <a:spcPct val="100000"/>
              </a:lnSpc>
              <a:buClr>
                <a:srgbClr val="ffffff"/>
              </a:buClr>
              <a:buFont typeface="StarSymbol"/>
              <a:buAutoNum type="arabicPeriod"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DejaVu Sans"/>
              </a:rPr>
              <a:t>Reflect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77840" indent="-177480">
              <a:lnSpc>
                <a:spcPct val="100000"/>
              </a:lnSpc>
              <a:buClr>
                <a:srgbClr val="ffffff"/>
              </a:buClr>
              <a:buFont typeface="StarSymbol"/>
              <a:buAutoNum type="arabicPeriod"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DejaVu Sans"/>
              </a:rPr>
              <a:t>Engage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DejaVu Sans"/>
              </a:rPr>
              <a:t>(Version 1)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CustomShape 3"/>
          <p:cNvSpPr/>
          <p:nvPr/>
        </p:nvSpPr>
        <p:spPr>
          <a:xfrm>
            <a:off x="83160" y="442440"/>
            <a:ext cx="2904120" cy="2387520"/>
          </a:xfrm>
          <a:prstGeom prst="homePlate">
            <a:avLst>
              <a:gd name="adj" fmla="val 8755"/>
            </a:avLst>
          </a:prstGeom>
          <a:solidFill>
            <a:schemeClr val="accent3">
              <a:lumMod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GTD: Perspective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Goal setting via reflection from 6 “horizens”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current actions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current projects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areas of responsibility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1–2 year goals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3–5 year goals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Life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-- weekly review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CustomShape 4"/>
          <p:cNvSpPr/>
          <p:nvPr/>
        </p:nvSpPr>
        <p:spPr>
          <a:xfrm>
            <a:off x="4603320" y="1046880"/>
            <a:ext cx="3110040" cy="36432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GTD: Control/Workflow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CustomShape 5"/>
          <p:cNvSpPr/>
          <p:nvPr/>
        </p:nvSpPr>
        <p:spPr>
          <a:xfrm>
            <a:off x="83160" y="3266280"/>
            <a:ext cx="2616120" cy="330048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Pomodoro Technique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177840" indent="-1774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Set TODO today list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177840" indent="-1774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Work on 25min.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1" marL="355680" indent="-1774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Break for 5 min.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177840" indent="-1774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Work on 25min.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1" marL="355680" indent="-1774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Break for 5 min.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177840" indent="-1774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Work on 25min.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1" marL="355680" indent="-1774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Break for 5 min.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177840" indent="-1774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Work on 25min.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1" marL="355680" indent="-1774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Break for 30 min.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If interrupted:</a:t>
            </a:r>
            <a:br>
              <a:rPr sz="1800"/>
            </a:b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 </a:t>
            </a:r>
            <a:r>
              <a:rPr b="0" lang="en-US" sz="1500" spc="-1" strike="noStrike">
                <a:solidFill>
                  <a:srgbClr val="ffffff"/>
                </a:solidFill>
                <a:latin typeface="Wingdings"/>
                <a:ea typeface="DejaVu Sans"/>
              </a:rPr>
              <a:t>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 record and postpone.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If completed: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 </a:t>
            </a:r>
            <a:r>
              <a:rPr b="0" lang="en-US" sz="1500" spc="-1" strike="noStrike">
                <a:solidFill>
                  <a:srgbClr val="ffffff"/>
                </a:solidFill>
                <a:latin typeface="Wingdings"/>
                <a:ea typeface="DejaVu Sans"/>
              </a:rPr>
              <a:t>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 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loop this process.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Application>LibreOffice/7.4.7.2$Linux_X86_64 LibreOffice_project/40$Build-2</Application>
  <AppVersion>15.0000</AppVersion>
  <Words>95</Words>
  <Paragraphs>30</Paragraphs>
  <Company>JSR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2016-09-21T01:01:24Z</dcterms:created>
  <dc:creator>*</dc:creator>
  <dc:description/>
  <dc:language>en-US</dc:language>
  <cp:lastModifiedBy>Osamu Aoki</cp:lastModifiedBy>
  <dcterms:modified xsi:type="dcterms:W3CDTF">2017-06-17T15:12:03Z</dcterms:modified>
  <cp:revision>6</cp:revision>
  <dc:subject/>
  <dc:title>GTD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0</vt:bool>
  </property>
  <property fmtid="{D5CDD505-2E9C-101B-9397-08002B2CF9AE}" pid="4" name="LinksUpToDate">
    <vt:bool>0</vt:bool>
  </property>
  <property fmtid="{D5CDD505-2E9C-101B-9397-08002B2CF9AE}" pid="5" name="MMClips">
    <vt:i4>0</vt:i4>
  </property>
  <property fmtid="{D5CDD505-2E9C-101B-9397-08002B2CF9AE}" pid="6" name="Notes">
    <vt:i4>0</vt:i4>
  </property>
  <property fmtid="{D5CDD505-2E9C-101B-9397-08002B2CF9AE}" pid="7" name="PresentationFormat">
    <vt:lpwstr>画面に合わせる (4:3)</vt:lpwstr>
  </property>
  <property fmtid="{D5CDD505-2E9C-101B-9397-08002B2CF9AE}" pid="8" name="ScaleCrop">
    <vt:bool>0</vt:bool>
  </property>
  <property fmtid="{D5CDD505-2E9C-101B-9397-08002B2CF9AE}" pid="9" name="ShareDoc">
    <vt:bool>0</vt:bool>
  </property>
  <property fmtid="{D5CDD505-2E9C-101B-9397-08002B2CF9AE}" pid="10" name="Slides">
    <vt:i4>1</vt:i4>
  </property>
</Properties>
</file>